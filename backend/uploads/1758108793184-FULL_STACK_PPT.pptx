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WELCOME TO KODEBLOOM’S FULL STACK DEVELOPMENT WEBMINAR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 What is Full Stack Development?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"Full stack development refers to the development of both front-end and back-end components of a web application."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 "Full stack evelopers work on all layers of a web application, from the user interface to the database."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Layers of a Full Stack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300"/>
              <a:t> Front-end (Client-side):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User Interface (UI)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User Experience (UX)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Client-side logic</a:t>
            </a:r>
            <a:endParaRPr lang="en-US" altLang="en-US" sz="2300"/>
          </a:p>
          <a:p>
            <a:r>
              <a:rPr lang="en-US" altLang="en-US" sz="2300"/>
              <a:t> Back-end (Server-side):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Server-side logic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Database integration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API integration</a:t>
            </a:r>
            <a:endParaRPr lang="en-US" altLang="en-US" sz="2300"/>
          </a:p>
          <a:p>
            <a:r>
              <a:rPr lang="en-US" altLang="en-US" sz="2300"/>
              <a:t> Database: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Data storage</a:t>
            </a:r>
            <a:endParaRPr lang="en-US" altLang="en-US" sz="2300"/>
          </a:p>
          <a:p>
            <a:pPr marL="0" indent="0">
              <a:buNone/>
            </a:pPr>
            <a:r>
              <a:rPr lang="en-US" altLang="en-US" sz="2300"/>
              <a:t>    - Data retrieval</a:t>
            </a:r>
            <a:endParaRPr lang="en-US" altLang="en-US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Full Stack Development Roadmap</a:t>
            </a:r>
            <a:endParaRPr lang="en-US"/>
          </a:p>
        </p:txBody>
      </p:sp>
      <p:pic>
        <p:nvPicPr>
          <p:cNvPr id="4" name="Content Placeholder 3" descr="roadmap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3900" y="1825625"/>
            <a:ext cx="870267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Front-end Technologies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Programming languages: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HTML/CSS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JavaScript</a:t>
            </a:r>
            <a:endParaRPr lang="en-US" altLang="en-US"/>
          </a:p>
          <a:p>
            <a:r>
              <a:rPr lang="en-US" altLang="en-US"/>
              <a:t>Frameworks: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React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Angular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Vue.js</a:t>
            </a:r>
            <a:endParaRPr lang="en-US" altLang="en-US"/>
          </a:p>
          <a:p>
            <a:r>
              <a:rPr lang="en-US" altLang="en-US"/>
              <a:t> Libraries: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jQuery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Bootstrap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Back-end Technologies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000"/>
              <a:t>Programming languages: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Java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Python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Ruby</a:t>
            </a:r>
            <a:endParaRPr lang="en-US" altLang="en-US" sz="2000"/>
          </a:p>
          <a:p>
            <a:r>
              <a:rPr lang="en-US" altLang="en-US" sz="2000"/>
              <a:t> Frameworks: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Spring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Django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Ruby on Rails</a:t>
            </a:r>
            <a:endParaRPr lang="en-US" altLang="en-US" sz="2000"/>
          </a:p>
          <a:p>
            <a:r>
              <a:rPr lang="en-US" altLang="en-US" sz="2000"/>
              <a:t> Databases: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MySQL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- MongoDB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700"/>
              <a:t>   </a:t>
            </a:r>
            <a:r>
              <a:rPr lang="en-US" altLang="en-US" sz="2000"/>
              <a:t>- PostgreSQL</a:t>
            </a:r>
            <a:endParaRPr lang="en-US" altLang="en-US" sz="2000"/>
          </a:p>
          <a:p>
            <a:endParaRPr lang="en-US" alt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13902690" y="2551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Databases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 Types: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Relational databases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NoSQL databases</a:t>
            </a:r>
            <a:endParaRPr lang="en-US" altLang="en-US"/>
          </a:p>
          <a:p>
            <a:r>
              <a:rPr lang="en-US" altLang="en-US"/>
              <a:t>Database management systems: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MySQL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MongoDB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PostgreSQL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Full Stack Development Process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1200"/>
              <a:t>Planning:                                                                                                                                      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Requirements gathering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Project planning</a:t>
            </a:r>
            <a:endParaRPr lang="en-US" altLang="en-US" sz="1200"/>
          </a:p>
          <a:p>
            <a:r>
              <a:rPr lang="en-US" altLang="en-US" sz="1200"/>
              <a:t> Design: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User interface design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User experience design</a:t>
            </a:r>
            <a:endParaRPr lang="en-US" altLang="en-US" sz="1200"/>
          </a:p>
          <a:p>
            <a:r>
              <a:rPr lang="en-US" altLang="en-US" sz="1200"/>
              <a:t>Development: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Front-end development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Back-end development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Database development            </a:t>
            </a:r>
            <a:endParaRPr lang="en-US" altLang="en-US" sz="1200"/>
          </a:p>
          <a:p>
            <a:r>
              <a:rPr lang="en-US" altLang="en-US" sz="1200"/>
              <a:t>Testing: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Unit testing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Integration testing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System testing</a:t>
            </a:r>
            <a:endParaRPr lang="en-US" altLang="en-US" sz="1200"/>
          </a:p>
          <a:p>
            <a:r>
              <a:rPr lang="en-US" altLang="en-US" sz="1200"/>
              <a:t> Deployment: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Deployment to production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 - Maintenance and updates</a:t>
            </a:r>
            <a:endParaRPr lang="en-US" alt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Front-End Tools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- Text Editor/IDE: VS Code, Sublime Text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Browser: Google Chrome or Mozilla Firefox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Frameworks: React.js, Angular, or Vue.js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CSS Libraries: Bootstrap, Tailwind CSS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Back-End Tools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- Node.js and npm (Node Package Manager)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Databases: MongoDB, MySQL, PostgreSQL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Frameworks: Express.js, Django, Flask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- API Testing Tools: Postman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Environment Roadmap</a:t>
            </a:r>
            <a:endParaRPr lang="en-US"/>
          </a:p>
        </p:txBody>
      </p:sp>
      <p:pic>
        <p:nvPicPr>
          <p:cNvPr id="6" name="Content Placeholder 5" descr="R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1235" y="1866265"/>
            <a:ext cx="5903595" cy="3455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Roadmap for Full Stack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>
                <a:sym typeface="+mn-ea"/>
              </a:rPr>
              <a:t>1.</a:t>
            </a:r>
            <a:r>
              <a:rPr>
                <a:sym typeface="+mn-ea"/>
              </a:rPr>
              <a:t>Learn the Basics: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HTML, CSS, JavaScript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2. Front-End Development: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Frameworks: React, Angular, Vue.js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3. Back-End Development: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Node.js, Django, Flask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4. Database Management: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MySQL, MongoDB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5. Version Control: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Git, GitHub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6. Deployment: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Cloud Services: AWS, Heroku, Vercel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Setting Up the Environment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>
                <a:sym typeface="+mn-ea"/>
              </a:rPr>
              <a:t>1. Install Code Editor: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VS Code, Sublime Text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2. Install Node.js: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Includes npm (Node Package Manager)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3. Set Up Version Control: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Install Git and configure GitHub account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4. Database Setup: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Install MySQL or MongoDB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5. Install Dependencies: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Use npm or yarn for package management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6. Test Your Setup: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   - Run a 'Hello World' project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2670</Words>
  <Application>WPS Presentation</Application>
  <PresentationFormat>Widescreen</PresentationFormat>
  <Paragraphs>137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Blue Waves</vt:lpstr>
      <vt:lpstr>WELCOME</vt:lpstr>
      <vt:lpstr>Introduction</vt:lpstr>
      <vt:lpstr> Layers of a Full Stack</vt:lpstr>
      <vt:lpstr>Full Stack Development Roadmap</vt:lpstr>
      <vt:lpstr> Front-end Technologies</vt:lpstr>
      <vt:lpstr> Back-end Technologies</vt:lpstr>
      <vt:lpstr> Databases</vt:lpstr>
      <vt:lpstr> Full Stack Development Process</vt:lpstr>
      <vt:lpstr>Front-End Tools</vt:lpstr>
      <vt:lpstr>Back-End Tools</vt:lpstr>
      <vt:lpstr>Environment Roadmap</vt:lpstr>
      <vt:lpstr>Roadmap for Full Stack Development</vt:lpstr>
      <vt:lpstr>Setting Up the Environment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/>
  <cp:lastModifiedBy>Good Day</cp:lastModifiedBy>
  <cp:revision>3</cp:revision>
  <dcterms:created xsi:type="dcterms:W3CDTF">2024-12-27T08:39:00Z</dcterms:created>
  <dcterms:modified xsi:type="dcterms:W3CDTF">2024-12-27T15:07:02Z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D074D5012CE34DD38D2709049AA74C32_11</vt:lpwstr>
  </property>
  <property fmtid="{D5CDD505-2E9C-101B-9397-08002B2CF9AE}" pid="3" name="KSOProductBuildVer">
    <vt:lpwstr>1033-12.2.0.19307</vt:lpwstr>
  </property>
</Properties>
</file>